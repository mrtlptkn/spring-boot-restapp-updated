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280160"/>
            <a:ext cx="3840480" cy="3840480"/>
          </a:xfrm>
          <a:prstGeom prst="ellipse">
            <a:avLst/>
          </a:prstGeom>
          <a:solidFill>
            <a:srgbClr val="1A2E3F"/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3291840"/>
            <a:ext cx="2743200" cy="2743200"/>
          </a:xfrm>
          <a:prstGeom prst="ellipse">
            <a:avLst/>
          </a:prstGeom>
          <a:solidFill>
            <a:srgbClr val="1E2D4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MASTERY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3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Kalite, Güvenlik ve Operasyon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2971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Production'a Hazır Uygulamalar: Validation, Security, Swagger, Actuator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794760"/>
            <a:ext cx="1078992" cy="365760"/>
          </a:xfrm>
          <a:prstGeom prst="roundRect">
            <a:avLst>
              <a:gd name="adj" fmla="val 50000"/>
            </a:avLst>
          </a:prstGeom>
          <a:solidFill>
            <a:srgbClr val="1A2E3F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794760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792224" y="37947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1A2E3F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92224" y="3794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94176" y="3794760"/>
            <a:ext cx="1490472" cy="365760"/>
          </a:xfrm>
          <a:prstGeom prst="roundRect">
            <a:avLst>
              <a:gd name="adj" fmla="val 50000"/>
            </a:avLst>
          </a:prstGeom>
          <a:solidFill>
            <a:srgbClr val="1A2E3F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94176" y="3794760"/>
            <a:ext cx="149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349240" y="37947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1A2E3F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49240" y="3794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&amp; Actuator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Neominal Akademi  •  Kurumsal Uygulama Geliştirme Eğitimi  •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3 · İÇINDEKILER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Modülde Neler Var?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8138160" cy="795528"/>
          </a:xfrm>
          <a:prstGeom prst="roundRect">
            <a:avLst>
              <a:gd name="adj" fmla="val 9195"/>
            </a:avLst>
          </a:prstGeom>
          <a:solidFill>
            <a:srgbClr val="1A2E3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01368"/>
            <a:ext cx="420624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16276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325880" y="1728216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Validation API &amp; Error Handling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25880" y="207568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 Validation, @Valid/@Validated, global exception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2920" y="2560320"/>
            <a:ext cx="8138160" cy="795528"/>
          </a:xfrm>
          <a:prstGeom prst="roundRect">
            <a:avLst>
              <a:gd name="adj" fmla="val 9195"/>
            </a:avLst>
          </a:prstGeom>
          <a:solidFill>
            <a:srgbClr val="1A2E3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761488"/>
            <a:ext cx="420624" cy="4206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1520" y="25877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325880" y="2688336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325880" y="303580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Authentication/Authorization, JWT, filter chain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02920" y="3520440"/>
            <a:ext cx="8138160" cy="795528"/>
          </a:xfrm>
          <a:prstGeom prst="roundRect">
            <a:avLst>
              <a:gd name="adj" fmla="val 9195"/>
            </a:avLst>
          </a:prstGeom>
          <a:solidFill>
            <a:srgbClr val="1A2E3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721608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31520" y="35478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325880" y="3648456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Swagger/OpenAPI &amp; Spring Actuator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325880" y="399592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dokümantasyonu ve production izlenebilirliği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0292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3 · Kalite, Güvenlik ve Operasyon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836676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SPRING VALIDATION API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Validation Anotasyonları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Jakarta Bean Validation (JSR-380) — Hibernate Validator ile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1A2E3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865376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@NotNull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21284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 null olamaz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91840" y="173736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1A2E3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1865376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@NotBlank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0" y="221284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Boş / sadece boşluk olamaz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80760" y="173736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1A2E3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63640" y="1865376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@NotEmpty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63640" y="221284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Koleksiyon/String boş olamaz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2770632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1A2E3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289864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@Size(min,max)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32461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Uzunluk sınırı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91840" y="2770632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1A2E3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474720" y="289864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@Email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74720" y="32461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Geçerli e-posta formatı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80760" y="2770632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1A2E3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63640" y="289864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@Min / @Max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2461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Sayısal alt/üst sınır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3 · Kalite, Güvenlik ve Operasyon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36676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SPRING VALIDATION API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@Valid / @Validated ve Global Exception Handling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1E2D4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54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@Valid  (Jakarta)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Tekil nesne doğrulaması; iç içe nesnelerde kademeli doğrulama tetikler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17720" y="141732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1E2D4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554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@Validated  (Spring)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19202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 seviyesinde kullanılabilir; Validation Group desteği sunar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017520"/>
            <a:ext cx="8138160" cy="1508760"/>
          </a:xfrm>
          <a:prstGeom prst="roundRect">
            <a:avLst>
              <a:gd name="adj" fmla="val 4848"/>
            </a:avLst>
          </a:prstGeom>
          <a:solidFill>
            <a:srgbClr val="1A2E3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00400"/>
            <a:ext cx="438912" cy="43891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25880" y="3200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@ControllerAdvice — Global Exception Handling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31520" y="36576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controller'da tekrar eden try-catch yerine, uygulama genelinde merkezi bir istisna yönetim noktası oluşturur.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31520" y="402336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Hata Modeli:  timestamp  •  status  •  message/errors  •  path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0292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3 · Kalite, Güvenlik ve Operasyon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36676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SPRING SECURITY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vs Authorization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931920" cy="1920240"/>
          </a:xfrm>
          <a:prstGeom prst="roundRect">
            <a:avLst>
              <a:gd name="adj" fmla="val 3810"/>
            </a:avLst>
          </a:prstGeom>
          <a:solidFill>
            <a:srgbClr val="1E2D4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916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737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31520" y="2240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"Siz kimsiniz?"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31520" y="25603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adı/şifre veya token doğrulaması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17720" y="1463040"/>
            <a:ext cx="4023360" cy="1920240"/>
          </a:xfrm>
          <a:prstGeom prst="roundRect">
            <a:avLst>
              <a:gd name="adj" fmla="val 3810"/>
            </a:avLst>
          </a:prstGeom>
          <a:solidFill>
            <a:srgbClr val="1E2D4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69164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0680" y="1737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4846320" y="2240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 işleme yetkiniz var mı?"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846320" y="25603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/ izin kontrolü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02920" y="3566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Filter Chain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02920" y="3931920"/>
            <a:ext cx="1517904" cy="502920"/>
          </a:xfrm>
          <a:prstGeom prst="roundRect">
            <a:avLst>
              <a:gd name="adj" fmla="val 18182"/>
            </a:avLst>
          </a:prstGeom>
          <a:solidFill>
            <a:srgbClr val="1A2E3F"/>
          </a:solidFill>
          <a:ln/>
        </p:spPr>
      </p:sp>
      <p:sp>
        <p:nvSpPr>
          <p:cNvPr id="16" name="Text 12"/>
          <p:cNvSpPr/>
          <p:nvPr/>
        </p:nvSpPr>
        <p:spPr>
          <a:xfrm>
            <a:off x="502920" y="393192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1993392" y="3931920"/>
            <a:ext cx="192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2157984" y="3931920"/>
            <a:ext cx="1517904" cy="502920"/>
          </a:xfrm>
          <a:prstGeom prst="roundRect">
            <a:avLst>
              <a:gd name="adj" fmla="val 18182"/>
            </a:avLst>
          </a:prstGeom>
          <a:solidFill>
            <a:srgbClr val="1A2E3F"/>
          </a:solidFill>
          <a:ln/>
        </p:spPr>
      </p:sp>
      <p:sp>
        <p:nvSpPr>
          <p:cNvPr id="19" name="Text 15"/>
          <p:cNvSpPr/>
          <p:nvPr/>
        </p:nvSpPr>
        <p:spPr>
          <a:xfrm>
            <a:off x="2157984" y="393192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Filter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3648456" y="3931920"/>
            <a:ext cx="192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3813048" y="3931920"/>
            <a:ext cx="1517904" cy="502920"/>
          </a:xfrm>
          <a:prstGeom prst="roundRect">
            <a:avLst>
              <a:gd name="adj" fmla="val 18182"/>
            </a:avLst>
          </a:prstGeom>
          <a:solidFill>
            <a:srgbClr val="1A2E3F"/>
          </a:solidFill>
          <a:ln/>
        </p:spPr>
      </p:sp>
      <p:sp>
        <p:nvSpPr>
          <p:cNvPr id="22" name="Text 18"/>
          <p:cNvSpPr/>
          <p:nvPr/>
        </p:nvSpPr>
        <p:spPr>
          <a:xfrm>
            <a:off x="3813048" y="393192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CSRF/CORS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5303520" y="3931920"/>
            <a:ext cx="192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5468112" y="3931920"/>
            <a:ext cx="1517904" cy="502920"/>
          </a:xfrm>
          <a:prstGeom prst="roundRect">
            <a:avLst>
              <a:gd name="adj" fmla="val 18182"/>
            </a:avLst>
          </a:prstGeom>
          <a:solidFill>
            <a:srgbClr val="00B4D8"/>
          </a:solidFill>
          <a:ln/>
        </p:spPr>
      </p:sp>
      <p:sp>
        <p:nvSpPr>
          <p:cNvPr id="25" name="Text 21"/>
          <p:cNvSpPr/>
          <p:nvPr/>
        </p:nvSpPr>
        <p:spPr>
          <a:xfrm>
            <a:off x="5468112" y="393192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6958584" y="3931920"/>
            <a:ext cx="192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7123176" y="3931920"/>
            <a:ext cx="1517904" cy="502920"/>
          </a:xfrm>
          <a:prstGeom prst="roundRect">
            <a:avLst>
              <a:gd name="adj" fmla="val 18182"/>
            </a:avLst>
          </a:prstGeom>
          <a:solidFill>
            <a:srgbClr val="1A2E3F"/>
          </a:solidFill>
          <a:ln/>
        </p:spPr>
      </p:sp>
      <p:sp>
        <p:nvSpPr>
          <p:cNvPr id="28" name="Text 24"/>
          <p:cNvSpPr/>
          <p:nvPr/>
        </p:nvSpPr>
        <p:spPr>
          <a:xfrm>
            <a:off x="7123176" y="393192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50292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3 · Kalite, Güvenlik ve Operasyon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836676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SPRING SECURITY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Akışı — Uçtan Uca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Form-login tabanlı klasik kimlik doğrulama sürecinde bileşenlerin çağrılma sırası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627632"/>
            <a:ext cx="2587752" cy="841248"/>
          </a:xfrm>
          <a:prstGeom prst="roundRect">
            <a:avLst>
              <a:gd name="adj" fmla="val 8696"/>
            </a:avLst>
          </a:prstGeom>
          <a:solidFill>
            <a:srgbClr val="1A2E3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700784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883664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İsteği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2176272"/>
            <a:ext cx="2313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/login — kullanıcı adı + şifre</a:t>
            </a:r>
            <a:endParaRPr lang="en-US" sz="870" dirty="0"/>
          </a:p>
        </p:txBody>
      </p:sp>
      <p:sp>
        <p:nvSpPr>
          <p:cNvPr id="9" name="Text 7"/>
          <p:cNvSpPr/>
          <p:nvPr/>
        </p:nvSpPr>
        <p:spPr>
          <a:xfrm>
            <a:off x="3072384" y="1920240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73552" y="1627632"/>
            <a:ext cx="2587752" cy="841248"/>
          </a:xfrm>
          <a:prstGeom prst="roundRect">
            <a:avLst>
              <a:gd name="adj" fmla="val 8696"/>
            </a:avLst>
          </a:prstGeom>
          <a:solidFill>
            <a:srgbClr val="1A2E3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10712" y="1700784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10712" y="1883664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AuthenticationFilter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410712" y="2176272"/>
            <a:ext cx="2313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Unauthenticated token oluşturur</a:t>
            </a:r>
            <a:endParaRPr lang="en-US" sz="870" dirty="0"/>
          </a:p>
        </p:txBody>
      </p:sp>
      <p:sp>
        <p:nvSpPr>
          <p:cNvPr id="14" name="Text 12"/>
          <p:cNvSpPr/>
          <p:nvPr/>
        </p:nvSpPr>
        <p:spPr>
          <a:xfrm>
            <a:off x="5843016" y="1920240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44184" y="1627632"/>
            <a:ext cx="2587752" cy="841248"/>
          </a:xfrm>
          <a:prstGeom prst="roundRect">
            <a:avLst>
              <a:gd name="adj" fmla="val 8696"/>
            </a:avLst>
          </a:prstGeom>
          <a:solidFill>
            <a:srgbClr val="1A2E3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81344" y="1700784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81344" y="1883664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AuthenticationManager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181344" y="2176272"/>
            <a:ext cx="2313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Uygun provider'a delege eder</a:t>
            </a:r>
            <a:endParaRPr lang="en-US" sz="870" dirty="0"/>
          </a:p>
        </p:txBody>
      </p:sp>
      <p:sp>
        <p:nvSpPr>
          <p:cNvPr id="19" name="Text 17"/>
          <p:cNvSpPr/>
          <p:nvPr/>
        </p:nvSpPr>
        <p:spPr>
          <a:xfrm>
            <a:off x="7200900" y="249631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44184" y="2706624"/>
            <a:ext cx="2587752" cy="841248"/>
          </a:xfrm>
          <a:prstGeom prst="roundRect">
            <a:avLst>
              <a:gd name="adj" fmla="val 8696"/>
            </a:avLst>
          </a:prstGeom>
          <a:solidFill>
            <a:srgbClr val="1E2D4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81344" y="2779776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81344" y="2962656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DaoAuthenticationProvider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181344" y="3255264"/>
            <a:ext cx="2313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Kimlik doğrulama mantığını yürütür</a:t>
            </a:r>
            <a:endParaRPr lang="en-US" sz="870" dirty="0"/>
          </a:p>
        </p:txBody>
      </p:sp>
      <p:sp>
        <p:nvSpPr>
          <p:cNvPr id="24" name="Text 22"/>
          <p:cNvSpPr/>
          <p:nvPr/>
        </p:nvSpPr>
        <p:spPr>
          <a:xfrm>
            <a:off x="5843016" y="2999232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73552" y="2706624"/>
            <a:ext cx="2587752" cy="841248"/>
          </a:xfrm>
          <a:prstGeom prst="roundRect">
            <a:avLst>
              <a:gd name="adj" fmla="val 8696"/>
            </a:avLst>
          </a:prstGeom>
          <a:solidFill>
            <a:srgbClr val="1E2D4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410712" y="2779776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10712" y="2962656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SecurityContextHolder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410712" y="3255264"/>
            <a:ext cx="2313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nesnesi burada tutulur</a:t>
            </a:r>
            <a:endParaRPr lang="en-US" sz="870" dirty="0"/>
          </a:p>
        </p:txBody>
      </p:sp>
      <p:sp>
        <p:nvSpPr>
          <p:cNvPr id="29" name="Text 27"/>
          <p:cNvSpPr/>
          <p:nvPr/>
        </p:nvSpPr>
        <p:spPr>
          <a:xfrm>
            <a:off x="3072384" y="2999232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02920" y="2706624"/>
            <a:ext cx="2587752" cy="841248"/>
          </a:xfrm>
          <a:prstGeom prst="roundRect">
            <a:avLst>
              <a:gd name="adj" fmla="val 8696"/>
            </a:avLst>
          </a:prstGeom>
          <a:solidFill>
            <a:srgbClr val="1E2D4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0080" y="2779776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" y="2962656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/ Kaynak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0080" y="3255264"/>
            <a:ext cx="2313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Yetki kontrolü SecurityContext'ten yapılır</a:t>
            </a:r>
            <a:endParaRPr lang="en-US" sz="870" dirty="0"/>
          </a:p>
        </p:txBody>
      </p:sp>
      <p:sp>
        <p:nvSpPr>
          <p:cNvPr id="34" name="Text 32"/>
          <p:cNvSpPr/>
          <p:nvPr/>
        </p:nvSpPr>
        <p:spPr>
          <a:xfrm>
            <a:off x="7200900" y="357530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2920" y="3794760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DaoAuthenticationProvider bu iki bileşeni kullanır: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02920" y="4005072"/>
            <a:ext cx="3977640" cy="749808"/>
          </a:xfrm>
          <a:prstGeom prst="roundRect">
            <a:avLst>
              <a:gd name="adj" fmla="val 9756"/>
            </a:avLst>
          </a:prstGeom>
          <a:solidFill>
            <a:srgbClr val="1A2E3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85800" y="409651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UserDetailsService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85800" y="4370832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loadUserByUsername(username)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85800" y="4572000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UserDetails döner (username, password, authorities)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4005072"/>
            <a:ext cx="3977640" cy="749808"/>
          </a:xfrm>
          <a:prstGeom prst="roundRect">
            <a:avLst>
              <a:gd name="adj" fmla="val 9756"/>
            </a:avLst>
          </a:prstGeom>
          <a:solidFill>
            <a:srgbClr val="1A2E3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846320" y="409651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PasswordEncoder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846320" y="4370832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matches(rawPassword, encoded)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846320" y="4572000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şifre doğrulanır (boolean)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0292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3 · Kalite, Güvenlik ve Operasyon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36676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SPRING SECURITY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Tabanlı Authentication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REST API'lerde oturum bilgisi sunucuda tutulmaz; imzalı bir token kullanılır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A2E3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85623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2860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türü ve imzalama algoritması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91840" y="16916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A2E3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185623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Payload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74720" y="22860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kimliği, roller, exp (geçerlilik süresi)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80760" y="16916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A2E3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63640" y="185623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Signature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63640" y="22860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Sunucunun gizli anahtarıyla oluşturduğu imza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291840"/>
            <a:ext cx="8138160" cy="1234440"/>
          </a:xfrm>
          <a:prstGeom prst="roundRect">
            <a:avLst>
              <a:gd name="adj" fmla="val 5926"/>
            </a:avLst>
          </a:prstGeom>
          <a:solidFill>
            <a:srgbClr val="1E2D4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1520" y="34290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Akış: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37033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 yapılır → JWT üretilir → İstemci her istekte Authorization: Bearer &lt;token&gt; gönderir → Sunucu imzayı doğrular, kullanıcıyı veritabanına sormadan tanır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292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3 · Kalite, Güvenlik ve Operasyon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SPRING SECURITY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Şifreleme, CORS ve CSRF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931920" cy="1737360"/>
          </a:xfrm>
          <a:prstGeom prst="roundRect">
            <a:avLst>
              <a:gd name="adj" fmla="val 4211"/>
            </a:avLst>
          </a:prstGeom>
          <a:solidFill>
            <a:srgbClr val="1E2D4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27632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6642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PasswordEncoder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31520" y="21488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BCryptPasswordEncoder — tek yönlü, salt içeren hash algoritması. Şifreler asla düz metin saklanmaz.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17720" y="141732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1A2E3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846320" y="1508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846320" y="17830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Farklı origin'den gelen tarayıcı isteklerinin kabul koşullarını tanımlar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617720" y="233172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1A2E3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846320" y="2423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846320" y="26974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Yetkisiz istek koruması; stateless JWT API'lerde genelde devre dışı bırakılır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2920" y="3337560"/>
            <a:ext cx="8138160" cy="1188720"/>
          </a:xfrm>
          <a:prstGeom prst="roundRect">
            <a:avLst>
              <a:gd name="adj" fmla="val 6154"/>
            </a:avLst>
          </a:prstGeom>
          <a:solidFill>
            <a:srgbClr val="1E2D4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520440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280160" y="3520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Method-Level Yetkilendirme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731520" y="393192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@PreAuthorize("hasRole('ADMIN')")  →  yalnızca ADMIN rolü bu metodu çalıştırabilir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50292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3 · Kalite, Güvenlik ve Operasyon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836676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SWAGGER/OPENAPI &amp; ACTUATOR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Dokümantasyonu — springdoc-openapi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8138160" cy="1371600"/>
          </a:xfrm>
          <a:prstGeom prst="roundRect">
            <a:avLst>
              <a:gd name="adj" fmla="val 5333"/>
            </a:avLst>
          </a:prstGeom>
          <a:solidFill>
            <a:srgbClr val="1E2D4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916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6916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springdoc-openapi-starter-webmvc-ui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31520" y="214884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Bağımlılık eklendiğinde tüm @RestController endpoint'leri otomatik taranır; ek kod yazmaya gerek kalmadan Swagger UI ve OpenAPI şeması üretilir.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02920" y="3017520"/>
            <a:ext cx="3977640" cy="1005840"/>
          </a:xfrm>
          <a:prstGeom prst="roundRect">
            <a:avLst>
              <a:gd name="adj" fmla="val 7273"/>
            </a:avLst>
          </a:prstGeom>
          <a:solidFill>
            <a:srgbClr val="1A2E3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85800" y="3154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/swagger-ui.html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3474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İnteraktif API arayüzü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63440" y="3017520"/>
            <a:ext cx="3977640" cy="1005840"/>
          </a:xfrm>
          <a:prstGeom prst="roundRect">
            <a:avLst>
              <a:gd name="adj" fmla="val 7273"/>
            </a:avLst>
          </a:prstGeom>
          <a:solidFill>
            <a:srgbClr val="1A2E3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846320" y="3154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/v3/api-docs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846320" y="3474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JSON şeması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0292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3 · Kalite, Güvenlik ve Operasyon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36676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SWAGGER/OPENAPI &amp; ACTUATOR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Actuator — Production İzlenebilirliği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gibi orkestrasyon araçlarının liveness/readiness probe'ları için kullanılır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8138160" cy="457200"/>
          </a:xfrm>
          <a:prstGeom prst="roundRect">
            <a:avLst>
              <a:gd name="adj" fmla="val 16000"/>
            </a:avLst>
          </a:prstGeom>
          <a:solidFill>
            <a:srgbClr val="1A2E3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737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/actuator/health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56616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 ve bağlı servislerin sağlık durumu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221992"/>
            <a:ext cx="8138160" cy="457200"/>
          </a:xfrm>
          <a:prstGeom prst="roundRect">
            <a:avLst>
              <a:gd name="adj" fmla="val 16000"/>
            </a:avLst>
          </a:prstGeom>
          <a:solidFill>
            <a:srgbClr val="1E2D4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2677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/actuator/info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566160" y="226771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Versiyon, build tarihi gibi özel bilgiler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752344"/>
            <a:ext cx="8138160" cy="457200"/>
          </a:xfrm>
          <a:prstGeom prst="roundRect">
            <a:avLst>
              <a:gd name="adj" fmla="val 16000"/>
            </a:avLst>
          </a:prstGeom>
          <a:solidFill>
            <a:srgbClr val="1A2E3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27980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/actuator/metrics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566160" y="279806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JVM bellek, CPU, HTTP istek ölçümleri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282696"/>
            <a:ext cx="8138160" cy="457200"/>
          </a:xfrm>
          <a:prstGeom prst="roundRect">
            <a:avLst>
              <a:gd name="adj" fmla="val 16000"/>
            </a:avLst>
          </a:prstGeom>
          <a:solidFill>
            <a:srgbClr val="1E2D4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1520" y="332841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/actuator/env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566160" y="332841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Aktif environment değişkenleri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813048"/>
            <a:ext cx="8138160" cy="457200"/>
          </a:xfrm>
          <a:prstGeom prst="roundRect">
            <a:avLst>
              <a:gd name="adj" fmla="val 16000"/>
            </a:avLst>
          </a:prstGeom>
          <a:solidFill>
            <a:srgbClr val="1A2E3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38587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/actuator/loggers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566160" y="38587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seviyelerini görüntüleme / değiştirme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4434840"/>
            <a:ext cx="8138160" cy="457200"/>
          </a:xfrm>
          <a:prstGeom prst="roundRect">
            <a:avLst>
              <a:gd name="adj" fmla="val 16000"/>
            </a:avLst>
          </a:prstGeom>
          <a:solidFill>
            <a:srgbClr val="3A2323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4498848"/>
            <a:ext cx="320040" cy="32004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097280" y="443484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/env ve /heapdump gibi hassas endpoint'ler production'da asla kimlik doğrulamasız açık bırakılmamalı.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0292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3 · Kalite, Güvenlik ve Operasyon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36676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1A2E3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3 · ÖZET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Anahtar Çıkarımlar</a:t>
            </a:r>
            <a:endParaRPr lang="en-US" sz="2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5544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 Validation ile istek verisi @Valid/@Validated üzerinden merkezi olarak denetlenir</a:t>
            </a:r>
            <a:endParaRPr lang="en-US" sz="13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58568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560" y="221284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@ControllerAdvice, tekrar eden try-catch yerine tutarlı ve merkezi hata yönetimi sağlar</a:t>
            </a:r>
            <a:endParaRPr lang="en-US" sz="13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16936"/>
            <a:ext cx="320040" cy="3200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1560" y="2871216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Security, filter chain üzerinden Authentication ve Authorization'ı yönetir</a:t>
            </a:r>
            <a:endParaRPr lang="en-US" sz="13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575304"/>
            <a:ext cx="320040" cy="3200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51560" y="352958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Swagger/OpenAPI dokümantasyon, Actuator ise production izlenebilirliği sağlar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548640" y="4572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 tamamlandı — Neominal Akademi,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Boot Mastery - Modül 3</dc:title>
  <dc:subject>PptxGenJS Presentation</dc:subject>
  <dc:creator>Neominal Akademi</dc:creator>
  <cp:lastModifiedBy>Neominal Akademi</cp:lastModifiedBy>
  <cp:revision>1</cp:revision>
  <dcterms:created xsi:type="dcterms:W3CDTF">2026-07-03T11:07:50Z</dcterms:created>
  <dcterms:modified xsi:type="dcterms:W3CDTF">2026-07-03T11:07:50Z</dcterms:modified>
</cp:coreProperties>
</file>